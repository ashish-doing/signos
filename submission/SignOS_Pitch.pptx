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93A30">
              <a:alpha val="12000"/>
            </a:srgbClr>
          </a:solidFill>
          <a:ln/>
        </p:spPr>
      </p:sp>
      <p:pic>
        <p:nvPicPr>
          <p:cNvPr id="3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7452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</a:t>
            </a:r>
            <a:pPr indent="0" marL="0">
              <a:buNone/>
            </a:pPr>
            <a:r>
              <a:rPr lang="en-US" sz="2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™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2880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Input for Windows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5204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Windows entirely with Indian Sign Language and hand gestures — no keyboard, no mouse, no touchpad.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5989320"/>
            <a:ext cx="6035040" cy="457200"/>
          </a:xfrm>
          <a:prstGeom prst="roundRect">
            <a:avLst>
              <a:gd name="adj" fmla="val 199800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5989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B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SNAPDRAGON® AI LAB BUILD &amp; PRESENT CHALLENGE  ·  QUALCOMM × HP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MISSION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daily-life idea, not a lab exercise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828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shouldn't be limited to communication between people. It can be how someone operates a computer, too.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10881360" cy="3200400"/>
          </a:xfrm>
          <a:prstGeom prst="roundRect">
            <a:avLst>
              <a:gd name="adj" fmla="val 2571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3063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was built around one goal: make it genuinely easier to offer good hospitality and everyday computer access to differently-abled people — people whose hands, voice, or mobility don't fit the mouse-and-keyboard mold everyone else designed around.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34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bold accessibility position, offered in a soft tone: SignOS is not against any other accessory, switch, or assistive device on the market. It's another door into the same room — one more way for someone to be independent at a computer, on their own terms.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category solves half the problem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69164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0136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→ text tools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80136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signs into text. Never touch the operating system.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724912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83464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gesture macros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83464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gesture, one hardcoded action — identical everywhere.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758184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86791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assistants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386791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typed prompt. Don't act on your live workflow.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791456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90118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accessibility tools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490118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constant internet, send audio/video off-device.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replaces physical input entirely — and the same gesture means a different real action, depending on context.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GESTURE VOCABULARY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camera. Six gestures. Every Windows action.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pic>
        <p:nvPicPr>
          <p:cNvPr id="6" name="Image 1" descr="/home/claude/signos_deck/gesture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600200"/>
            <a:ext cx="11155680" cy="4983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camera frame to Windows action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103120"/>
            <a:ext cx="219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14016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14016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LANDMARKS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05656" y="2103120"/>
            <a:ext cx="219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25112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25112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 / ISL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16752" y="2103120"/>
            <a:ext cx="219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36208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36208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27848" y="2103120"/>
            <a:ext cx="219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47304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47304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RISK-GATED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BROKER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838944" y="2103120"/>
            <a:ext cx="219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05840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E93A30"/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3749040"/>
            <a:ext cx="11155680" cy="2331720"/>
          </a:xfrm>
          <a:prstGeom prst="roundRect">
            <a:avLst>
              <a:gd name="adj" fmla="val 3529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gesture is confirmed over multiple frames before it fires — never a single-frame guess. Direct gestures (mouse-replacement) and ISL commands are two separate recognition layers that never get confused with each other.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(e.g. closing a window) require a second, distinct gesture within 5 seconds to confirm — never the same gesture repeated. This is the same discipline as a physical “confirm delete” dialog, expressed in gesture.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ACTUAL INNOVATION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gesture. Different action. Every time.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828800"/>
            <a:ext cx="11109960" cy="502920"/>
          </a:xfrm>
          <a:prstGeom prst="roundRect">
            <a:avLst>
              <a:gd name="adj" fmla="val 10909"/>
            </a:avLst>
          </a:prstGeom>
          <a:solidFill>
            <a:srgbClr val="1F253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11109960" cy="82296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3317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virtual desktop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92124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track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3246120"/>
            <a:ext cx="11109960" cy="82296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3246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69748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desktop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slide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921240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track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4160520"/>
            <a:ext cx="11109960" cy="82296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4160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69748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60920" y="4160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slide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921240" y="4160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02920" y="5074920"/>
            <a:ext cx="11109960" cy="822960"/>
          </a:xfrm>
          <a:prstGeom prst="roundRect">
            <a:avLst>
              <a:gd name="adj" fmla="val 100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50749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2697480" y="5074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page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5074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page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36092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921240" y="5074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60350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resolution is deterministic — read from the actual foreground app and window state, not a guess from a large model.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BY DESIGN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action deserves the same trust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82880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84832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A9B0BC">
              <a:alpha val="18000"/>
            </a:srgbClr>
          </a:solidFill>
          <a:ln w="19050">
            <a:solidFill>
              <a:srgbClr val="A9B0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848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19659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Scroll, hover, click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1752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73552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4E8FE3">
              <a:alpha val="18000"/>
            </a:srgbClr>
          </a:solidFill>
          <a:ln w="19050">
            <a:solidFill>
              <a:srgbClr val="4E8F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2735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3154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Navigate, change slide/track, play/pause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154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420624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462272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8B25C">
              <a:alpha val="18000"/>
            </a:srgbClr>
          </a:solidFill>
          <a:ln w="19050">
            <a:solidFill>
              <a:srgbClr val="D8B2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462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B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874520" y="4343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system setting (reserved for future use)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43434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immediately, logged prominently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539496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5650992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93A30">
              <a:alpha val="18000"/>
            </a:srgbClr>
          </a:solidFill>
          <a:ln w="19050">
            <a:solidFill>
              <a:srgbClr val="E93A3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6509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874520" y="5532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window, destructive actions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5321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second, DISTINCT gesture to confirm — the same gesture repeated never confirms itself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Local-first. NPU-accelerated. Nothing leaves the device.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828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NPU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(landmarks, gesture/ISL classification) runs on-device, accelerated via ONNX Runtime with the QNN execution provider.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control path works fully offline — demonstrable with Wi-Fi disabled.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 never persisted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structured intent events are written locally. No camera frames, no video history, ever.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Mission Control dashboard shows exactly what the system sees, what it inferred, and what it did — never a black box.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PRESENTATION SURFACE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— built for judges, not just developers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874520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embedded camera feed — no separate popup window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660904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66090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 badge, resolved in real time from the focused app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3447288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44728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timeline proving the differentiator: same gesture, different logged action, per mode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4233672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23367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gesture library, read live from the mapping config — can never go stale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5020056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020056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routine panel (Observe + Suggest) — shows patterns without ever auto-acting on them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5806440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8064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privacy footer: camera local, raw video off, network AI off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 ARE — HONESTLY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today, measured, not claimed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737360"/>
            <a:ext cx="10881360" cy="4480560"/>
          </a:xfrm>
          <a:prstGeom prst="roundRect">
            <a:avLst>
              <a:gd name="adj" fmla="val 1837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 LOOP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04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~19.5–19.9 fps, live camera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→ LANDMARK LATENCY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304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~12–19 ms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65 passing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HANDEDNESS DETECTION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correct on real hardware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GESTURES CONFIRMED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Pinch, drag, scroll, palm hold, clutch — firing correctly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MODE SWITCHING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across real Windows apps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was actually measured on this build — nothing projected is presented as fact.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path to the full vision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92024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084832"/>
            <a:ext cx="457200" cy="457200"/>
          </a:xfrm>
          <a:prstGeom prst="roundRect">
            <a:avLst>
              <a:gd name="adj" fmla="val 199800000"/>
            </a:avLst>
          </a:prstGeom>
          <a:solidFill>
            <a:srgbClr val="E93A30">
              <a:alpha val="20000"/>
            </a:srgbClr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920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ISL command vocabulary against ISLRTC, then record and train 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953512"/>
            <a:ext cx="457200" cy="457200"/>
          </a:xfrm>
          <a:prstGeom prst="roundRect">
            <a:avLst>
              <a:gd name="adj" fmla="val 199800000"/>
            </a:avLst>
          </a:prstGeom>
          <a:solidFill>
            <a:srgbClr val="E93A30">
              <a:alpha val="20000"/>
            </a:srgbClr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7889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Sign-language text entry — open Windows search, type, and launch apps hands-free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365760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822192"/>
            <a:ext cx="457200" cy="457200"/>
          </a:xfrm>
          <a:prstGeom prst="roundRect">
            <a:avLst>
              <a:gd name="adj" fmla="val 199800000"/>
            </a:avLst>
          </a:prstGeom>
          <a:solidFill>
            <a:srgbClr val="E93A30">
              <a:alpha val="20000"/>
            </a:srgbClr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657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Snapdragon NPU profiling via Qualcomm AI Hub — real, measured on-device latency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452628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4690872"/>
            <a:ext cx="457200" cy="457200"/>
          </a:xfrm>
          <a:prstGeom prst="roundRect">
            <a:avLst>
              <a:gd name="adj" fmla="val 199800000"/>
            </a:avLst>
          </a:prstGeom>
          <a:solidFill>
            <a:srgbClr val="E93A30">
              <a:alpha val="20000"/>
            </a:srgbClr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526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 via UI Automation focused-control detection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539496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5559552"/>
            <a:ext cx="457200" cy="457200"/>
          </a:xfrm>
          <a:prstGeom prst="roundRect">
            <a:avLst>
              <a:gd name="adj" fmla="val 199800000"/>
            </a:avLst>
          </a:prstGeom>
          <a:solidFill>
            <a:srgbClr val="E93A30">
              <a:alpha val="20000"/>
            </a:srgbClr>
          </a:solidFill>
          <a:ln w="12700">
            <a:solidFill>
              <a:srgbClr val="E93A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5394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routine learning that quietly adapts to how each person actually works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SIGNOS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product, not a demo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155680" cy="0"/>
          </a:xfrm>
          <a:prstGeom prst="line">
            <a:avLst/>
          </a:prstGeom>
          <a:noFill/>
          <a:ln w="12700">
            <a:solidFill>
              <a:srgbClr val="262C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783080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1109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911096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working pipeline, live on real hardware — not slideware.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96265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962656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intent layer, not another sign-to-text tool.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886200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01421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Accessibility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4014216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private by default, runs headless in the background.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937760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0657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5065776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Mission Control dashboard that shows exactly what's happening, in real time.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E93A30">
              <a:alpha val="10000"/>
            </a:srgbClr>
          </a:solidFill>
          <a:ln/>
        </p:spPr>
      </p:sp>
      <p:pic>
        <p:nvPicPr>
          <p:cNvPr id="3" name="Image 0" descr="/home/claude/signos_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80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should be enough.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4231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replaces physical input with sign and gesture, reads Windows context to interpret intent, and stays private and local by design — so that anyone, regardless of how they can move or speak, can sit down and use a computer with dignity.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3931920"/>
            <a:ext cx="10424160" cy="1828800"/>
          </a:xfrm>
          <a:prstGeom prst="roundRect">
            <a:avLst>
              <a:gd name="adj" fmla="val 4500"/>
            </a:avLst>
          </a:prstGeom>
          <a:solidFill>
            <a:srgbClr val="181D29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4348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 — Qualcomm × HP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2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5303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github.com/ashish-doing/SignOS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2026-09-30T03:19:59Z</dcterms:created>
  <dcterms:modified xsi:type="dcterms:W3CDTF">2026-09-30T03:19:59Z</dcterms:modified>
</cp:coreProperties>
</file>